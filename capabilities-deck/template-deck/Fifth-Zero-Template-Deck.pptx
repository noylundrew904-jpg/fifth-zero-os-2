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frames — delete the dashed box, then Insert &gt; Media &gt; Video and position/resize to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frames — delete the dashed box, then Insert &gt; Media &gt; Video and position/resize to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frames — delete the dashed box, then Insert &gt; Media &gt; Video and position/resize to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59527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44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3844" dirty="0"/>
          </a:p>
        </p:txBody>
      </p:sp>
      <p:sp>
        <p:nvSpPr>
          <p:cNvPr id="3" name="Shape 1"/>
          <p:cNvSpPr/>
          <p:nvPr/>
        </p:nvSpPr>
        <p:spPr>
          <a:xfrm>
            <a:off x="854415" y="1117397"/>
            <a:ext cx="181417" cy="181417"/>
          </a:xfrm>
          <a:prstGeom prst="ellipse">
            <a:avLst/>
          </a:prstGeom>
          <a:solidFill>
            <a:srgbClr val="E2361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00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FIFTH &amp; ZERO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Creative intelligence.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to move brands.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1185855" cy="3108960"/>
          </a:xfrm>
          <a:prstGeom prst="rect">
            <a:avLst/>
          </a:prstGeom>
          <a:solidFill>
            <a:srgbClr val="141414"/>
          </a:solidFill>
          <a:ln w="15875">
            <a:solidFill>
              <a:srgbClr val="8A8A8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651266" y="4461102"/>
            <a:ext cx="889163" cy="662830"/>
          </a:xfrm>
          <a:prstGeom prst="rect">
            <a:avLst/>
          </a:prstGeom>
          <a:ln w="19050">
            <a:solidFill>
              <a:srgbClr val="8A8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12932" y="4574268"/>
            <a:ext cx="145499" cy="145499"/>
          </a:xfrm>
          <a:prstGeom prst="ellipse">
            <a:avLst/>
          </a:prstGeom>
          <a:ln w="16510">
            <a:solidFill>
              <a:srgbClr val="8A8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3349" y="4784433"/>
            <a:ext cx="501164" cy="307165"/>
          </a:xfrm>
          <a:prstGeom prst="triangle">
            <a:avLst/>
          </a:prstGeom>
          <a:ln w="16510">
            <a:solidFill>
              <a:srgbClr val="8A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97103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80" kern="0" dirty="0">
                <a:solidFill>
                  <a:srgbClr val="8A8A8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HERO IMAGE — COVER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5751576"/>
            <a:ext cx="109115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8A8A8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IMAGE PLACEHOLDER — REPLACE WITH FINAL ART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408615" y="3108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20" kern="0" dirty="0">
                <a:solidFill>
                  <a:srgbClr val="8A8A8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 / 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82423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8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78" dirty="0"/>
          </a:p>
        </p:txBody>
      </p:sp>
      <p:sp>
        <p:nvSpPr>
          <p:cNvPr id="3" name="Shape 1"/>
          <p:cNvSpPr/>
          <p:nvPr/>
        </p:nvSpPr>
        <p:spPr>
          <a:xfrm>
            <a:off x="610636" y="378562"/>
            <a:ext cx="55596" cy="55596"/>
          </a:xfrm>
          <a:prstGeom prst="ellipse">
            <a:avLst/>
          </a:prstGeom>
          <a:solidFill>
            <a:srgbClr val="E2361F"/>
          </a:solidFill>
          <a:ln/>
        </p:spPr>
      </p:sp>
      <p:sp>
        <p:nvSpPr>
          <p:cNvPr id="4" name="Text 2"/>
          <p:cNvSpPr/>
          <p:nvPr/>
        </p:nvSpPr>
        <p:spPr>
          <a:xfrm>
            <a:off x="832104" y="2743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08615" y="2743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2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 / 8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TEMPLATE DECK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937260"/>
            <a:ext cx="82296" cy="82296"/>
          </a:xfrm>
          <a:prstGeom prst="ellipse">
            <a:avLst/>
          </a:prstGeom>
          <a:solidFill>
            <a:srgbClr val="E2361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868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 — WHAT WE DO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creative direction.</a:t>
            </a:r>
            <a:endParaRPr lang="en-US" sz="2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screen. Every format.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single idea, art-directed once and engineered to hold its shape everywhere it lands.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KEY VISUAL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675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DIGITAL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9684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261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EVENT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553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MOTION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FILM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5138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06440" y="868680"/>
            <a:ext cx="5882335" cy="5486400"/>
          </a:xfrm>
          <a:prstGeom prst="rect">
            <a:avLst/>
          </a:prstGeom>
          <a:solidFill>
            <a:srgbClr val="FFFFFF"/>
          </a:solidFill>
          <a:ln w="15875">
            <a:solidFill>
              <a:srgbClr val="8C8C8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963052" y="3012765"/>
            <a:ext cx="1569110" cy="1169700"/>
          </a:xfrm>
          <a:prstGeom prst="rect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48345" y="3212470"/>
            <a:ext cx="256764" cy="256764"/>
          </a:xfrm>
          <a:prstGeom prst="ellipse">
            <a:avLst/>
          </a:prstGeom>
          <a:ln w="16510">
            <a:solidFill>
              <a:srgbClr val="8C8C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19668" y="3583351"/>
            <a:ext cx="884408" cy="542056"/>
          </a:xfrm>
          <a:prstGeom prst="triangle">
            <a:avLst/>
          </a:prstGeom>
          <a:ln w="16510">
            <a:solidFill>
              <a:srgbClr val="8C8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5971032"/>
            <a:ext cx="5608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8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IMAGE — WHAT WE DO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5751576"/>
            <a:ext cx="5608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IMAGE PLACEHOLDER — REPLACE WITH FINAL ART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82423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8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78" dirty="0"/>
          </a:p>
        </p:txBody>
      </p:sp>
      <p:sp>
        <p:nvSpPr>
          <p:cNvPr id="3" name="Shape 1"/>
          <p:cNvSpPr/>
          <p:nvPr/>
        </p:nvSpPr>
        <p:spPr>
          <a:xfrm>
            <a:off x="610636" y="378562"/>
            <a:ext cx="55596" cy="55596"/>
          </a:xfrm>
          <a:prstGeom prst="ellipse">
            <a:avLst/>
          </a:prstGeom>
          <a:solidFill>
            <a:srgbClr val="E2361F"/>
          </a:solidFill>
          <a:ln/>
        </p:spPr>
      </p:sp>
      <p:sp>
        <p:nvSpPr>
          <p:cNvPr id="4" name="Text 2"/>
          <p:cNvSpPr/>
          <p:nvPr/>
        </p:nvSpPr>
        <p:spPr>
          <a:xfrm>
            <a:off x="832104" y="2743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08615" y="2743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2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 / 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37260"/>
            <a:ext cx="82296" cy="82296"/>
          </a:xfrm>
          <a:prstGeom prst="ellipse">
            <a:avLst/>
          </a:prstGeom>
          <a:solidFill>
            <a:srgbClr val="E2361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868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 — KEY VISUALS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Big idea. Every format.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2604440" cy="4160520"/>
          </a:xfrm>
          <a:prstGeom prst="rect">
            <a:avLst/>
          </a:prstGeom>
          <a:solidFill>
            <a:srgbClr val="FFFFFF"/>
          </a:solidFill>
          <a:ln w="15875">
            <a:solidFill>
              <a:srgbClr val="8C8C8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432705" y="3670375"/>
            <a:ext cx="744870" cy="555267"/>
          </a:xfrm>
          <a:prstGeom prst="rect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68136" y="3765177"/>
            <a:ext cx="121888" cy="121888"/>
          </a:xfrm>
          <a:prstGeom prst="ellipse">
            <a:avLst/>
          </a:prstGeom>
          <a:ln w="16510">
            <a:solidFill>
              <a:srgbClr val="8C8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1994" y="3941237"/>
            <a:ext cx="419836" cy="257319"/>
          </a:xfrm>
          <a:prstGeom prst="triangle">
            <a:avLst/>
          </a:prstGeom>
          <a:ln w="16510">
            <a:solidFill>
              <a:srgbClr val="8C8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650992"/>
            <a:ext cx="233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8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KV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5431536"/>
            <a:ext cx="233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IMAGE PLACEHOLDER — REPLACE WITH FINAL ART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63392" y="1874520"/>
            <a:ext cx="2604440" cy="4160520"/>
          </a:xfrm>
          <a:prstGeom prst="rect">
            <a:avLst/>
          </a:prstGeom>
          <a:solidFill>
            <a:srgbClr val="FFFFFF"/>
          </a:solidFill>
          <a:ln w="15875">
            <a:solidFill>
              <a:srgbClr val="8C8C8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293177" y="3670375"/>
            <a:ext cx="744870" cy="555267"/>
          </a:xfrm>
          <a:prstGeom prst="rect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28608" y="3765177"/>
            <a:ext cx="121888" cy="121888"/>
          </a:xfrm>
          <a:prstGeom prst="ellipse">
            <a:avLst/>
          </a:prstGeom>
          <a:ln w="16510">
            <a:solidFill>
              <a:srgbClr val="8C8C8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62465" y="3941237"/>
            <a:ext cx="419836" cy="257319"/>
          </a:xfrm>
          <a:prstGeom prst="triangle">
            <a:avLst/>
          </a:prstGeom>
          <a:ln w="16510">
            <a:solidFill>
              <a:srgbClr val="8C8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0552" y="5650992"/>
            <a:ext cx="233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8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KV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00552" y="5431536"/>
            <a:ext cx="233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IMAGE PLACEHOLDER — REPLACE WITH FINAL ART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223864" y="1874520"/>
            <a:ext cx="2604440" cy="4160520"/>
          </a:xfrm>
          <a:prstGeom prst="rect">
            <a:avLst/>
          </a:prstGeom>
          <a:solidFill>
            <a:srgbClr val="FFFFFF"/>
          </a:solidFill>
          <a:ln w="15875">
            <a:solidFill>
              <a:srgbClr val="8C8C8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153649" y="3670375"/>
            <a:ext cx="744870" cy="555267"/>
          </a:xfrm>
          <a:prstGeom prst="rect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89079" y="3765177"/>
            <a:ext cx="121888" cy="121888"/>
          </a:xfrm>
          <a:prstGeom prst="ellipse">
            <a:avLst/>
          </a:prstGeom>
          <a:ln w="16510">
            <a:solidFill>
              <a:srgbClr val="8C8C8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22937" y="3941237"/>
            <a:ext cx="419836" cy="257319"/>
          </a:xfrm>
          <a:prstGeom prst="triangle">
            <a:avLst/>
          </a:prstGeom>
          <a:ln w="16510">
            <a:solidFill>
              <a:srgbClr val="8C8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1024" y="5650992"/>
            <a:ext cx="233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8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KV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61024" y="5431536"/>
            <a:ext cx="233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IMAGE PLACEHOLDER — REPLACE WITH FINAL ART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9084335" y="1874520"/>
            <a:ext cx="2604440" cy="4160520"/>
          </a:xfrm>
          <a:prstGeom prst="rect">
            <a:avLst/>
          </a:prstGeom>
          <a:solidFill>
            <a:srgbClr val="FFFFFF"/>
          </a:solidFill>
          <a:ln w="15875">
            <a:solidFill>
              <a:srgbClr val="8C8C8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0014120" y="3670375"/>
            <a:ext cx="744870" cy="555267"/>
          </a:xfrm>
          <a:prstGeom prst="rect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49551" y="3765177"/>
            <a:ext cx="121888" cy="121888"/>
          </a:xfrm>
          <a:prstGeom prst="ellipse">
            <a:avLst/>
          </a:prstGeom>
          <a:ln w="16510">
            <a:solidFill>
              <a:srgbClr val="8C8C8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83409" y="3941237"/>
            <a:ext cx="419836" cy="257319"/>
          </a:xfrm>
          <a:prstGeom prst="triangle">
            <a:avLst/>
          </a:prstGeom>
          <a:ln w="16510">
            <a:solidFill>
              <a:srgbClr val="8C8C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21495" y="5650992"/>
            <a:ext cx="233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8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KV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221495" y="5431536"/>
            <a:ext cx="233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IMAGE PLACEHOLDER — REPLACE WITH FINAL ART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6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DROP FINAL CAMPAIGN ARTWORK INTO EACH FRAME ABOVE.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82423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8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78" dirty="0"/>
          </a:p>
        </p:txBody>
      </p:sp>
      <p:sp>
        <p:nvSpPr>
          <p:cNvPr id="3" name="Shape 1"/>
          <p:cNvSpPr/>
          <p:nvPr/>
        </p:nvSpPr>
        <p:spPr>
          <a:xfrm>
            <a:off x="610636" y="378562"/>
            <a:ext cx="55596" cy="55596"/>
          </a:xfrm>
          <a:prstGeom prst="ellipse">
            <a:avLst/>
          </a:prstGeom>
          <a:solidFill>
            <a:srgbClr val="E2361F"/>
          </a:solidFill>
          <a:ln/>
        </p:spPr>
      </p:sp>
      <p:sp>
        <p:nvSpPr>
          <p:cNvPr id="4" name="Text 2"/>
          <p:cNvSpPr/>
          <p:nvPr/>
        </p:nvSpPr>
        <p:spPr>
          <a:xfrm>
            <a:off x="832104" y="2743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08615" y="2743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2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 / 8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EVENT ECOSYSTEM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937260"/>
            <a:ext cx="82296" cy="82296"/>
          </a:xfrm>
          <a:prstGeom prst="ellipse">
            <a:avLst/>
          </a:prstGeom>
          <a:solidFill>
            <a:srgbClr val="E2361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868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 — EVENT SCREENS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17043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surface,</a:t>
            </a:r>
            <a:endParaRPr lang="en-US" sz="2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system.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 Stage LED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6426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 Walk-through screens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9535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 Skylight / ceiling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2644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 Multi-screen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1737360"/>
            <a:ext cx="6796735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8C8C8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630074" y="3541965"/>
            <a:ext cx="1320668" cy="984498"/>
          </a:xfrm>
          <a:prstGeom prst="rect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70195" y="3710050"/>
            <a:ext cx="216109" cy="216109"/>
          </a:xfrm>
          <a:prstGeom prst="ellipse">
            <a:avLst/>
          </a:prstGeom>
          <a:ln w="16510">
            <a:solidFill>
              <a:srgbClr val="8C8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30225" y="4022208"/>
            <a:ext cx="744376" cy="456231"/>
          </a:xfrm>
          <a:prstGeom prst="triangle">
            <a:avLst/>
          </a:prstGeom>
          <a:ln w="16510">
            <a:solidFill>
              <a:srgbClr val="8C8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5971032"/>
            <a:ext cx="6522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8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IMAGE — EVENT SCREENS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5751576"/>
            <a:ext cx="65224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IMAGE PLACEHOLDER — REPLACE WITH FINAL ART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11185855" cy="3703320"/>
          </a:xfrm>
          <a:prstGeom prst="rect">
            <a:avLst/>
          </a:prstGeom>
          <a:solidFill>
            <a:srgbClr val="141414"/>
          </a:solidFill>
          <a:ln w="15875">
            <a:solidFill>
              <a:srgbClr val="8A8A8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5566273" y="2315937"/>
            <a:ext cx="1059150" cy="789548"/>
          </a:xfrm>
          <a:prstGeom prst="rect">
            <a:avLst/>
          </a:prstGeom>
          <a:ln w="1905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58845" y="2450738"/>
            <a:ext cx="173315" cy="173315"/>
          </a:xfrm>
          <a:prstGeom prst="ellipse">
            <a:avLst/>
          </a:prstGeom>
          <a:ln w="16510">
            <a:solidFill>
              <a:srgbClr val="8A8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06989" y="2701083"/>
            <a:ext cx="596975" cy="365888"/>
          </a:xfrm>
          <a:prstGeom prst="triangle">
            <a:avLst/>
          </a:prstGeom>
          <a:ln w="16510">
            <a:solidFill>
              <a:srgbClr val="8A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8795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80" kern="0" dirty="0">
                <a:solidFill>
                  <a:srgbClr val="8A8A8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HERO IMAGE — CLOSE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3968496"/>
            <a:ext cx="109115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8A8A8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IMAGE PLACEHOLDER — REPLACE WITH FINAL ART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839816" y="4800600"/>
            <a:ext cx="5376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72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3472" dirty="0"/>
          </a:p>
        </p:txBody>
      </p:sp>
      <p:sp>
        <p:nvSpPr>
          <p:cNvPr id="9" name="Shape 7"/>
          <p:cNvSpPr/>
          <p:nvPr/>
        </p:nvSpPr>
        <p:spPr>
          <a:xfrm>
            <a:off x="6157295" y="5107838"/>
            <a:ext cx="163860" cy="163860"/>
          </a:xfrm>
          <a:prstGeom prst="ellipse">
            <a:avLst/>
          </a:prstGeom>
          <a:solidFill>
            <a:srgbClr val="E2361F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Let's make something</a:t>
            </a:r>
            <a:endParaRPr lang="en-US" sz="2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worth remembering.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08615" y="3108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20" kern="0" dirty="0">
                <a:solidFill>
                  <a:srgbClr val="8A8A8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 / 8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82423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8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78" dirty="0"/>
          </a:p>
        </p:txBody>
      </p:sp>
      <p:sp>
        <p:nvSpPr>
          <p:cNvPr id="3" name="Shape 1"/>
          <p:cNvSpPr/>
          <p:nvPr/>
        </p:nvSpPr>
        <p:spPr>
          <a:xfrm>
            <a:off x="610636" y="378562"/>
            <a:ext cx="55596" cy="55596"/>
          </a:xfrm>
          <a:prstGeom prst="ellipse">
            <a:avLst/>
          </a:prstGeom>
          <a:solidFill>
            <a:srgbClr val="E2361F"/>
          </a:solidFill>
          <a:ln/>
        </p:spPr>
      </p:sp>
      <p:sp>
        <p:nvSpPr>
          <p:cNvPr id="4" name="Text 2"/>
          <p:cNvSpPr/>
          <p:nvPr/>
        </p:nvSpPr>
        <p:spPr>
          <a:xfrm>
            <a:off x="832104" y="2743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08615" y="2743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2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06 / 8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VIDEO TEMPLATES · 01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937260"/>
            <a:ext cx="82296" cy="82296"/>
          </a:xfrm>
          <a:prstGeom prst="ellipse">
            <a:avLst/>
          </a:prstGeom>
          <a:solidFill>
            <a:srgbClr val="E2361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868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 — EVENT TEASER · OPENING FILM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first tease to final frame.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5410048" cy="434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8C8C8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513000" y="3259836"/>
            <a:ext cx="1389888" cy="1389888"/>
          </a:xfrm>
          <a:prstGeom prst="ellipse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2985562" y="3676802"/>
            <a:ext cx="486461" cy="555955"/>
          </a:xfrm>
          <a:prstGeom prst="triangle">
            <a:avLst/>
          </a:prstGeom>
          <a:solidFill>
            <a:srgbClr val="8C8C8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14316"/>
            <a:ext cx="513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VIDEO 1 — TEASER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088636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spc="3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Insert → Media → Video</a:t>
            </a:r>
            <a:endParaRPr lang="en-US" sz="7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3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Resize to fill this frame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278728" y="1920240"/>
            <a:ext cx="5410048" cy="434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8C8C8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288807" y="3259836"/>
            <a:ext cx="1389888" cy="1389888"/>
          </a:xfrm>
          <a:prstGeom prst="ellipse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8761369" y="3676802"/>
            <a:ext cx="486461" cy="555955"/>
          </a:xfrm>
          <a:prstGeom prst="triangle">
            <a:avLst/>
          </a:prstGeom>
          <a:solidFill>
            <a:srgbClr val="8C8C86"/>
          </a:solidFill>
          <a:ln/>
        </p:spPr>
      </p:sp>
      <p:sp>
        <p:nvSpPr>
          <p:cNvPr id="18" name="Text 16"/>
          <p:cNvSpPr/>
          <p:nvPr/>
        </p:nvSpPr>
        <p:spPr>
          <a:xfrm>
            <a:off x="6415888" y="4814316"/>
            <a:ext cx="513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VIDEO 2 — OPENING FILM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15888" y="5088636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spc="3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Insert → Media → Video</a:t>
            </a:r>
            <a:endParaRPr lang="en-US" sz="7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3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Resize to fill this frame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82423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8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78" dirty="0"/>
          </a:p>
        </p:txBody>
      </p:sp>
      <p:sp>
        <p:nvSpPr>
          <p:cNvPr id="3" name="Shape 1"/>
          <p:cNvSpPr/>
          <p:nvPr/>
        </p:nvSpPr>
        <p:spPr>
          <a:xfrm>
            <a:off x="610636" y="378562"/>
            <a:ext cx="55596" cy="55596"/>
          </a:xfrm>
          <a:prstGeom prst="ellipse">
            <a:avLst/>
          </a:prstGeom>
          <a:solidFill>
            <a:srgbClr val="E2361F"/>
          </a:solidFill>
          <a:ln/>
        </p:spPr>
      </p:sp>
      <p:sp>
        <p:nvSpPr>
          <p:cNvPr id="4" name="Text 2"/>
          <p:cNvSpPr/>
          <p:nvPr/>
        </p:nvSpPr>
        <p:spPr>
          <a:xfrm>
            <a:off x="832104" y="2743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08615" y="2743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2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07 / 8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VIDEO TEMPLATES · 02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937260"/>
            <a:ext cx="82296" cy="82296"/>
          </a:xfrm>
          <a:prstGeom prst="ellipse">
            <a:avLst/>
          </a:prstGeom>
          <a:solidFill>
            <a:srgbClr val="E2361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868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 — AFTERMOVIE · BRAND FILM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moment worth keeping.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5410048" cy="434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8C8C8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513000" y="3259836"/>
            <a:ext cx="1389888" cy="1389888"/>
          </a:xfrm>
          <a:prstGeom prst="ellipse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2985562" y="3676802"/>
            <a:ext cx="486461" cy="555955"/>
          </a:xfrm>
          <a:prstGeom prst="triangle">
            <a:avLst/>
          </a:prstGeom>
          <a:solidFill>
            <a:srgbClr val="8C8C8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14316"/>
            <a:ext cx="513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VIDEO 1 — AFTERMOVIE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088636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spc="3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Insert → Media → Video</a:t>
            </a:r>
            <a:endParaRPr lang="en-US" sz="7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3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Resize to fill this frame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278728" y="1920240"/>
            <a:ext cx="5410048" cy="434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8C8C8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288807" y="3259836"/>
            <a:ext cx="1389888" cy="1389888"/>
          </a:xfrm>
          <a:prstGeom prst="ellipse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8761369" y="3676802"/>
            <a:ext cx="486461" cy="555955"/>
          </a:xfrm>
          <a:prstGeom prst="triangle">
            <a:avLst/>
          </a:prstGeom>
          <a:solidFill>
            <a:srgbClr val="8C8C86"/>
          </a:solidFill>
          <a:ln/>
        </p:spPr>
      </p:sp>
      <p:sp>
        <p:nvSpPr>
          <p:cNvPr id="18" name="Text 16"/>
          <p:cNvSpPr/>
          <p:nvPr/>
        </p:nvSpPr>
        <p:spPr>
          <a:xfrm>
            <a:off x="6415888" y="4814316"/>
            <a:ext cx="513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VIDEO 2 — BRAND FILM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15888" y="5088636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spc="3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Insert → Media → Video</a:t>
            </a:r>
            <a:endParaRPr lang="en-US" sz="7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3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Resize to fill this frame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82423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8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78" dirty="0"/>
          </a:p>
        </p:txBody>
      </p:sp>
      <p:sp>
        <p:nvSpPr>
          <p:cNvPr id="3" name="Shape 1"/>
          <p:cNvSpPr/>
          <p:nvPr/>
        </p:nvSpPr>
        <p:spPr>
          <a:xfrm>
            <a:off x="610636" y="378562"/>
            <a:ext cx="55596" cy="55596"/>
          </a:xfrm>
          <a:prstGeom prst="ellipse">
            <a:avLst/>
          </a:prstGeom>
          <a:solidFill>
            <a:srgbClr val="E2361F"/>
          </a:solidFill>
          <a:ln/>
        </p:spPr>
      </p:sp>
      <p:sp>
        <p:nvSpPr>
          <p:cNvPr id="4" name="Text 2"/>
          <p:cNvSpPr/>
          <p:nvPr/>
        </p:nvSpPr>
        <p:spPr>
          <a:xfrm>
            <a:off x="832104" y="2743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FIFTH &amp; ZERO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08615" y="2743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2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08 / 8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VIDEO TEMPLATES · 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937260"/>
            <a:ext cx="82296" cy="82296"/>
          </a:xfrm>
          <a:prstGeom prst="ellipse">
            <a:avLst/>
          </a:prstGeom>
          <a:solidFill>
            <a:srgbClr val="E2361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868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06 — AI VIDEO · EXPLAINER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Cinematic visuals, explained simply.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5410048" cy="434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8C8C8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513000" y="3259836"/>
            <a:ext cx="1389888" cy="1389888"/>
          </a:xfrm>
          <a:prstGeom prst="ellipse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2985562" y="3676802"/>
            <a:ext cx="486461" cy="555955"/>
          </a:xfrm>
          <a:prstGeom prst="triangle">
            <a:avLst/>
          </a:prstGeom>
          <a:solidFill>
            <a:srgbClr val="8C8C8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14316"/>
            <a:ext cx="513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VIDEO 1 — AI VIDEO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088636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spc="3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Insert → Media → Video</a:t>
            </a:r>
            <a:endParaRPr lang="en-US" sz="7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3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Resize to fill this frame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278728" y="1920240"/>
            <a:ext cx="5410048" cy="434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8C8C8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288807" y="3259836"/>
            <a:ext cx="1389888" cy="1389888"/>
          </a:xfrm>
          <a:prstGeom prst="ellipse">
            <a:avLst/>
          </a:prstGeom>
          <a:ln w="19050">
            <a:solidFill>
              <a:srgbClr val="8C8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8761369" y="3676802"/>
            <a:ext cx="486461" cy="555955"/>
          </a:xfrm>
          <a:prstGeom prst="triangle">
            <a:avLst/>
          </a:prstGeom>
          <a:solidFill>
            <a:srgbClr val="8C8C86"/>
          </a:solidFill>
          <a:ln/>
        </p:spPr>
      </p:sp>
      <p:sp>
        <p:nvSpPr>
          <p:cNvPr id="18" name="Text 16"/>
          <p:cNvSpPr/>
          <p:nvPr/>
        </p:nvSpPr>
        <p:spPr>
          <a:xfrm>
            <a:off x="6415888" y="4814316"/>
            <a:ext cx="513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VIDEO 2 — EXPLAINER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15888" y="5088636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spc="3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Insert → Media → Video</a:t>
            </a:r>
            <a:endParaRPr lang="en-US" sz="7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spc="30" kern="0" dirty="0">
                <a:solidFill>
                  <a:srgbClr val="8C8C8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Resize to fill this frame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Fifth and Zero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Fifth and Zero - Template Deck</dc:title>
  <dc:subject>PptxGenJS Presentation</dc:subject>
  <dc:creator>Fifth and Zero</dc:creator>
  <cp:lastModifiedBy>Fifth and Zero</cp:lastModifiedBy>
  <cp:revision>1</cp:revision>
  <dcterms:created xsi:type="dcterms:W3CDTF">2026-08-22T11:27:46Z</dcterms:created>
  <dcterms:modified xsi:type="dcterms:W3CDTF">2026-08-22T11:27:46Z</dcterms:modified>
</cp:coreProperties>
</file>